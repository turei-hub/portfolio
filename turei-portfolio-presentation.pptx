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-1371600" y="457200"/>
            <a:ext cx="3657600" cy="3657600"/>
          </a:xfrm>
          <a:prstGeom prst="ellipse">
            <a:avLst/>
          </a:prstGeom>
          <a:solidFill>
            <a:srgbClr val="0D4A2A">
              <a:alpha val="60000"/>
            </a:srgbClr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858000" y="1371600"/>
            <a:ext cx="2743200" cy="2743200"/>
          </a:xfrm>
          <a:prstGeom prst="ellipse">
            <a:avLst/>
          </a:prstGeom>
          <a:solidFill>
            <a:srgbClr val="0D4A2A">
              <a:alpha val="50000"/>
            </a:srgbClr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 *  Node.js  *  Supabase  *  Tailwind CSS  *  Trades to Tech  *  From the Bush to the Browser  *  Full Stack Developer</a:t>
            </a:r>
            <a:endParaRPr lang="en-US" sz="700" dirty="0"/>
          </a:p>
        </p:txBody>
      </p:sp>
      <p:sp>
        <p:nvSpPr>
          <p:cNvPr id="227" name="Text 225"/>
          <p:cNvSpPr/>
          <p:nvPr/>
        </p:nvSpPr>
        <p:spPr>
          <a:xfrm>
            <a:off x="914400" y="1280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AUCKLAND, NEW ZEALAND</a:t>
            </a:r>
            <a:endParaRPr lang="en-US" sz="900" dirty="0"/>
          </a:p>
        </p:txBody>
      </p:sp>
      <p:sp>
        <p:nvSpPr>
          <p:cNvPr id="228" name="Text 226"/>
          <p:cNvSpPr/>
          <p:nvPr/>
        </p:nvSpPr>
        <p:spPr>
          <a:xfrm>
            <a:off x="91440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Turei </a:t>
            </a:r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Milner</a:t>
            </a:r>
            <a:endParaRPr lang="en-US" sz="6000" dirty="0"/>
          </a:p>
        </p:txBody>
      </p:sp>
      <p:sp>
        <p:nvSpPr>
          <p:cNvPr id="229" name="Text 227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2200" dirty="0"/>
          </a:p>
        </p:txBody>
      </p:sp>
      <p:sp>
        <p:nvSpPr>
          <p:cNvPr id="230" name="Text 228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bush to the browser — building full-stack 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clients, real communities, and real impact.</a:t>
            </a:r>
            <a:endParaRPr lang="en-US" sz="1300" dirty="0"/>
          </a:p>
        </p:txBody>
      </p:sp>
      <p:sp>
        <p:nvSpPr>
          <p:cNvPr id="231" name="Shape 229"/>
          <p:cNvSpPr/>
          <p:nvPr/>
        </p:nvSpPr>
        <p:spPr>
          <a:xfrm>
            <a:off x="662940" y="37490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66294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1988820" y="37490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98882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3314700" y="37490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33147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4640580" y="37490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464058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5966460" y="37490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596646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7292340" y="3749040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29234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243" name="Text 241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turei.dev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ABOUT ME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457200" y="502920"/>
            <a:ext cx="54864" cy="40233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94360" y="502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Turei Milner toku ingoa.</a:t>
            </a:r>
            <a:endParaRPr lang="en-US" sz="2000" dirty="0"/>
          </a:p>
        </p:txBody>
      </p:sp>
      <p:sp>
        <p:nvSpPr>
          <p:cNvPr id="226" name="Text 224"/>
          <p:cNvSpPr/>
          <p:nvPr/>
        </p:nvSpPr>
        <p:spPr>
          <a:xfrm>
            <a:off x="594360" y="960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grew up in a small village, spent years working with my hands — felling trees, building structures, navigating the bush. That world taught me how to problem-solve under pressure, work with precision, and see a job through.</a:t>
            </a:r>
            <a:endParaRPr lang="en-US" sz="1050" dirty="0"/>
          </a:p>
        </p:txBody>
      </p:sp>
      <p:sp>
        <p:nvSpPr>
          <p:cNvPr id="227" name="Text 225"/>
          <p:cNvSpPr/>
          <p:nvPr/>
        </p:nvSpPr>
        <p:spPr>
          <a:xfrm>
            <a:off x="594360" y="14904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same instincts are what I bring into tech every single day.</a:t>
            </a:r>
            <a:endParaRPr lang="en-US" sz="1050" dirty="0"/>
          </a:p>
        </p:txBody>
      </p:sp>
      <p:sp>
        <p:nvSpPr>
          <p:cNvPr id="228" name="Text 226"/>
          <p:cNvSpPr/>
          <p:nvPr/>
        </p:nvSpPr>
        <p:spPr>
          <a:xfrm>
            <a:off x="594360" y="202082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into software wasn't accidental — it was a deliberate move to build something lasting. Coding scratches the same itch as construction: you design something, you build it, you ship it.</a:t>
            </a:r>
            <a:endParaRPr lang="en-US" sz="1050" dirty="0"/>
          </a:p>
        </p:txBody>
      </p:sp>
      <p:sp>
        <p:nvSpPr>
          <p:cNvPr id="229" name="Text 227"/>
          <p:cNvSpPr/>
          <p:nvPr/>
        </p:nvSpPr>
        <p:spPr>
          <a:xfrm>
            <a:off x="594360" y="25511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building toward a career where technical skill meets cultural purpose — platforms that centre Maori data sovereignty, tools for real communities, products that matter.</a:t>
            </a:r>
            <a:endParaRPr lang="en-US" sz="1050" dirty="0"/>
          </a:p>
        </p:txBody>
      </p:sp>
      <p:sp>
        <p:nvSpPr>
          <p:cNvPr id="230" name="Text 228"/>
          <p:cNvSpPr/>
          <p:nvPr/>
        </p:nvSpPr>
        <p:spPr>
          <a:xfrm>
            <a:off x="594360" y="30815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father, and everything I'm doing in tech is part of the legacy I'm leaving for my sons.</a:t>
            </a:r>
            <a:endParaRPr lang="en-US" sz="1050" dirty="0"/>
          </a:p>
        </p:txBody>
      </p:sp>
      <p:sp>
        <p:nvSpPr>
          <p:cNvPr id="231" name="Shape 229"/>
          <p:cNvSpPr/>
          <p:nvPr/>
        </p:nvSpPr>
        <p:spPr>
          <a:xfrm>
            <a:off x="5669280" y="731520"/>
            <a:ext cx="1600200" cy="173736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57790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DIPLOMA LEVEL</a:t>
            </a:r>
            <a:endParaRPr lang="en-US" sz="700" dirty="0"/>
          </a:p>
        </p:txBody>
      </p:sp>
      <p:sp>
        <p:nvSpPr>
          <p:cNvPr id="233" name="Text 231"/>
          <p:cNvSpPr/>
          <p:nvPr/>
        </p:nvSpPr>
        <p:spPr>
          <a:xfrm>
            <a:off x="566928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234" name="Text 232"/>
          <p:cNvSpPr/>
          <p:nvPr/>
        </p:nvSpPr>
        <p:spPr>
          <a:xfrm>
            <a:off x="5760720" y="18745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Ready HQ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7452360" y="731520"/>
            <a:ext cx="1600200" cy="173736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56208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</a:t>
            </a:r>
            <a:endParaRPr lang="en-US" sz="700" dirty="0"/>
          </a:p>
        </p:txBody>
      </p:sp>
      <p:sp>
        <p:nvSpPr>
          <p:cNvPr id="237" name="Text 235"/>
          <p:cNvSpPr/>
          <p:nvPr/>
        </p:nvSpPr>
        <p:spPr>
          <a:xfrm>
            <a:off x="745236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400" dirty="0"/>
          </a:p>
        </p:txBody>
      </p:sp>
      <p:sp>
        <p:nvSpPr>
          <p:cNvPr id="238" name="Text 236"/>
          <p:cNvSpPr/>
          <p:nvPr/>
        </p:nvSpPr>
        <p:spPr>
          <a:xfrm>
            <a:off x="7543800" y="18745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Final Mission internship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5669280" y="2743200"/>
            <a:ext cx="1600200" cy="173736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5779008" y="28803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700" dirty="0"/>
          </a:p>
        </p:txBody>
      </p:sp>
      <p:sp>
        <p:nvSpPr>
          <p:cNvPr id="241" name="Text 239"/>
          <p:cNvSpPr/>
          <p:nvPr/>
        </p:nvSpPr>
        <p:spPr>
          <a:xfrm>
            <a:off x="5669280" y="3063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242" name="Text 240"/>
          <p:cNvSpPr/>
          <p:nvPr/>
        </p:nvSpPr>
        <p:spPr>
          <a:xfrm>
            <a:off x="5760720" y="3886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 complete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7452360" y="2743200"/>
            <a:ext cx="1600200" cy="173736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7562088" y="28803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IN</a:t>
            </a:r>
            <a:endParaRPr lang="en-US" sz="700" dirty="0"/>
          </a:p>
        </p:txBody>
      </p:sp>
      <p:sp>
        <p:nvSpPr>
          <p:cNvPr id="245" name="Text 243"/>
          <p:cNvSpPr/>
          <p:nvPr/>
        </p:nvSpPr>
        <p:spPr>
          <a:xfrm>
            <a:off x="7452360" y="3063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AKL</a:t>
            </a:r>
            <a:endParaRPr lang="en-US" sz="3200" dirty="0"/>
          </a:p>
        </p:txBody>
      </p:sp>
      <p:sp>
        <p:nvSpPr>
          <p:cNvPr id="246" name="Text 244"/>
          <p:cNvSpPr/>
          <p:nvPr/>
        </p:nvSpPr>
        <p:spPr>
          <a:xfrm>
            <a:off x="7543800" y="38862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Auckland, New Zealand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MY JOURNEY</a:t>
            </a:r>
            <a:endParaRPr lang="en-US" sz="900" dirty="0"/>
          </a:p>
        </p:txBody>
      </p:sp>
      <p:sp>
        <p:nvSpPr>
          <p:cNvPr id="224" name="Text 22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Ready — 32 Weeks to Full Stack</a:t>
            </a:r>
            <a:endParaRPr lang="en-US" sz="2600" dirty="0"/>
          </a:p>
        </p:txBody>
      </p:sp>
      <p:sp>
        <p:nvSpPr>
          <p:cNvPr id="225" name="Shape 223"/>
          <p:cNvSpPr/>
          <p:nvPr/>
        </p:nvSpPr>
        <p:spPr>
          <a:xfrm>
            <a:off x="2148840" y="1691640"/>
            <a:ext cx="36576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65760" y="1005840"/>
            <a:ext cx="1783080" cy="347472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14400" y="1097280"/>
            <a:ext cx="685800" cy="68580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91440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600" dirty="0"/>
          </a:p>
        </p:txBody>
      </p:sp>
      <p:sp>
        <p:nvSpPr>
          <p:cNvPr id="230" name="Text 228"/>
          <p:cNvSpPr/>
          <p:nvPr/>
        </p:nvSpPr>
        <p:spPr>
          <a:xfrm>
            <a:off x="475488" y="19202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Career Launchpad</a:t>
            </a:r>
            <a:endParaRPr lang="en-US" sz="1100" dirty="0"/>
          </a:p>
        </p:txBody>
      </p:sp>
      <p:sp>
        <p:nvSpPr>
          <p:cNvPr id="231" name="Text 229"/>
          <p:cNvSpPr/>
          <p:nvPr/>
        </p:nvSpPr>
        <p:spPr>
          <a:xfrm>
            <a:off x="475488" y="242316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weeks</a:t>
            </a:r>
            <a:endParaRPr lang="en-US" sz="900" dirty="0"/>
          </a:p>
        </p:txBody>
      </p:sp>
      <p:sp>
        <p:nvSpPr>
          <p:cNvPr id="232" name="Text 230"/>
          <p:cNvSpPr/>
          <p:nvPr/>
        </p:nvSpPr>
        <p:spPr>
          <a:xfrm>
            <a:off x="475488" y="2697480"/>
            <a:ext cx="1572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tech careers, digital literacy, and professional skills.</a:t>
            </a:r>
            <a:endParaRPr lang="en-US" sz="950" dirty="0"/>
          </a:p>
        </p:txBody>
      </p:sp>
      <p:sp>
        <p:nvSpPr>
          <p:cNvPr id="233" name="Shape 231"/>
          <p:cNvSpPr/>
          <p:nvPr/>
        </p:nvSpPr>
        <p:spPr>
          <a:xfrm>
            <a:off x="4297680" y="1691640"/>
            <a:ext cx="36576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514600" y="1005840"/>
            <a:ext cx="1783080" cy="347472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514600" y="1005840"/>
            <a:ext cx="54864" cy="3474720"/>
          </a:xfrm>
          <a:prstGeom prst="rect">
            <a:avLst/>
          </a:prstGeom>
          <a:solidFill>
            <a:srgbClr val="167A50"/>
          </a:solidFill>
          <a:ln w="12700">
            <a:solidFill>
              <a:srgbClr val="167A5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063240" y="1097280"/>
            <a:ext cx="685800" cy="685800"/>
          </a:xfrm>
          <a:prstGeom prst="ellipse">
            <a:avLst/>
          </a:prstGeom>
          <a:solidFill>
            <a:srgbClr val="167A50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06324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600" dirty="0"/>
          </a:p>
        </p:txBody>
      </p:sp>
      <p:sp>
        <p:nvSpPr>
          <p:cNvPr id="238" name="Text 236"/>
          <p:cNvSpPr/>
          <p:nvPr/>
        </p:nvSpPr>
        <p:spPr>
          <a:xfrm>
            <a:off x="2624328" y="19202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Code</a:t>
            </a:r>
            <a:endParaRPr lang="en-US" sz="1100" dirty="0"/>
          </a:p>
        </p:txBody>
      </p:sp>
      <p:sp>
        <p:nvSpPr>
          <p:cNvPr id="239" name="Text 237"/>
          <p:cNvSpPr/>
          <p:nvPr/>
        </p:nvSpPr>
        <p:spPr>
          <a:xfrm>
            <a:off x="2624328" y="242316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weeks</a:t>
            </a:r>
            <a:endParaRPr lang="en-US" sz="900" dirty="0"/>
          </a:p>
        </p:txBody>
      </p:sp>
      <p:sp>
        <p:nvSpPr>
          <p:cNvPr id="240" name="Text 238"/>
          <p:cNvSpPr/>
          <p:nvPr/>
        </p:nvSpPr>
        <p:spPr>
          <a:xfrm>
            <a:off x="2624328" y="2697480"/>
            <a:ext cx="1572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HTML/CSS, React fundamentals. Start of the 32-week diploma.</a:t>
            </a:r>
            <a:endParaRPr lang="en-US" sz="950" dirty="0"/>
          </a:p>
        </p:txBody>
      </p:sp>
      <p:sp>
        <p:nvSpPr>
          <p:cNvPr id="241" name="Shape 239"/>
          <p:cNvSpPr/>
          <p:nvPr/>
        </p:nvSpPr>
        <p:spPr>
          <a:xfrm>
            <a:off x="6446520" y="1691640"/>
            <a:ext cx="36576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663440" y="1005840"/>
            <a:ext cx="1783080" cy="347472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0D8A55"/>
          </a:solidFill>
          <a:ln w="12700">
            <a:solidFill>
              <a:srgbClr val="0D8A55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212080" y="1097280"/>
            <a:ext cx="685800" cy="685800"/>
          </a:xfrm>
          <a:prstGeom prst="ellipse">
            <a:avLst/>
          </a:prstGeom>
          <a:solidFill>
            <a:srgbClr val="0D8A55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21208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1600" dirty="0"/>
          </a:p>
        </p:txBody>
      </p:sp>
      <p:sp>
        <p:nvSpPr>
          <p:cNvPr id="246" name="Text 244"/>
          <p:cNvSpPr/>
          <p:nvPr/>
        </p:nvSpPr>
        <p:spPr>
          <a:xfrm>
            <a:off x="4773168" y="19202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1100" dirty="0"/>
          </a:p>
        </p:txBody>
      </p:sp>
      <p:sp>
        <p:nvSpPr>
          <p:cNvPr id="247" name="Text 245"/>
          <p:cNvSpPr/>
          <p:nvPr/>
        </p:nvSpPr>
        <p:spPr>
          <a:xfrm>
            <a:off x="4773168" y="242316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weeks</a:t>
            </a:r>
            <a:endParaRPr lang="en-US" sz="900" dirty="0"/>
          </a:p>
        </p:txBody>
      </p:sp>
      <p:sp>
        <p:nvSpPr>
          <p:cNvPr id="248" name="Text 246"/>
          <p:cNvSpPr/>
          <p:nvPr/>
        </p:nvSpPr>
        <p:spPr>
          <a:xfrm>
            <a:off x="4773168" y="2697480"/>
            <a:ext cx="1572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chatbot, Zina App (Z Energy), 2 Little Leashes, Jerrican Trust. Real briefs.</a:t>
            </a:r>
            <a:endParaRPr lang="en-US" sz="950" dirty="0"/>
          </a:p>
        </p:txBody>
      </p:sp>
      <p:sp>
        <p:nvSpPr>
          <p:cNvPr id="249" name="Shape 247"/>
          <p:cNvSpPr/>
          <p:nvPr/>
        </p:nvSpPr>
        <p:spPr>
          <a:xfrm>
            <a:off x="6812280" y="1005840"/>
            <a:ext cx="1783080" cy="347472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812280" y="1005840"/>
            <a:ext cx="54864" cy="3474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360920" y="109728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736092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600" dirty="0"/>
          </a:p>
        </p:txBody>
      </p:sp>
      <p:sp>
        <p:nvSpPr>
          <p:cNvPr id="253" name="Text 251"/>
          <p:cNvSpPr/>
          <p:nvPr/>
        </p:nvSpPr>
        <p:spPr>
          <a:xfrm>
            <a:off x="6922008" y="19202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Mission</a:t>
            </a:r>
            <a:endParaRPr lang="en-US" sz="1100" dirty="0"/>
          </a:p>
        </p:txBody>
      </p:sp>
      <p:sp>
        <p:nvSpPr>
          <p:cNvPr id="254" name="Text 252"/>
          <p:cNvSpPr/>
          <p:nvPr/>
        </p:nvSpPr>
        <p:spPr>
          <a:xfrm>
            <a:off x="6922008" y="242316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 of 10</a:t>
            </a:r>
            <a:endParaRPr lang="en-US" sz="900" dirty="0"/>
          </a:p>
        </p:txBody>
      </p:sp>
      <p:sp>
        <p:nvSpPr>
          <p:cNvPr id="255" name="Text 253"/>
          <p:cNvSpPr/>
          <p:nvPr/>
        </p:nvSpPr>
        <p:spPr>
          <a:xfrm>
            <a:off x="6922008" y="2697480"/>
            <a:ext cx="1572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 Racket Up — tennis academy management platform, live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PORTFOLIO</a:t>
            </a:r>
            <a:endParaRPr lang="en-US" sz="900" dirty="0"/>
          </a:p>
        </p:txBody>
      </p:sp>
      <p:sp>
        <p:nvSpPr>
          <p:cNvPr id="224" name="Text 222"/>
          <p:cNvSpPr/>
          <p:nvPr/>
        </p:nvSpPr>
        <p:spPr>
          <a:xfrm>
            <a:off x="457200" y="43891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turei.dev</a:t>
            </a:r>
            <a:endParaRPr lang="en-US" sz="3400" dirty="0"/>
          </a:p>
        </p:txBody>
      </p:sp>
      <p:sp>
        <p:nvSpPr>
          <p:cNvPr id="225" name="Text 223"/>
          <p:cNvSpPr/>
          <p:nvPr/>
        </p:nvSpPr>
        <p:spPr>
          <a:xfrm>
            <a:off x="457200" y="1024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+ Vite + Tailwind CSS. Deployed to Vercel.</a:t>
            </a:r>
            <a:endParaRPr lang="en-US" sz="1100" dirty="0"/>
          </a:p>
        </p:txBody>
      </p:sp>
      <p:sp>
        <p:nvSpPr>
          <p:cNvPr id="226" name="Shape 224"/>
          <p:cNvSpPr/>
          <p:nvPr/>
        </p:nvSpPr>
        <p:spPr>
          <a:xfrm>
            <a:off x="411480" y="1417320"/>
            <a:ext cx="2423160" cy="1005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21208" y="170992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21208" y="1709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229" name="Text 227"/>
          <p:cNvSpPr/>
          <p:nvPr/>
        </p:nvSpPr>
        <p:spPr>
          <a:xfrm>
            <a:off x="978408" y="1490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marquee banner</a:t>
            </a:r>
            <a:endParaRPr lang="en-US" sz="1050" dirty="0"/>
          </a:p>
        </p:txBody>
      </p:sp>
      <p:sp>
        <p:nvSpPr>
          <p:cNvPr id="230" name="Text 228"/>
          <p:cNvSpPr/>
          <p:nvPr/>
        </p:nvSpPr>
        <p:spPr>
          <a:xfrm>
            <a:off x="978408" y="17465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the Bush to the Browser" — continuous scroll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3017520" y="1417320"/>
            <a:ext cx="2423160" cy="1005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127248" y="170992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127248" y="1709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234" name="Text 232"/>
          <p:cNvSpPr/>
          <p:nvPr/>
        </p:nvSpPr>
        <p:spPr>
          <a:xfrm>
            <a:off x="3584448" y="1490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teal theme</a:t>
            </a:r>
            <a:endParaRPr lang="en-US" sz="1050" dirty="0"/>
          </a:p>
        </p:txBody>
      </p:sp>
      <p:sp>
        <p:nvSpPr>
          <p:cNvPr id="235" name="Text 233"/>
          <p:cNvSpPr/>
          <p:nvPr/>
        </p:nvSpPr>
        <p:spPr>
          <a:xfrm>
            <a:off x="3584448" y="17465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#0B1A17 base + dot grid + emerald glow blobs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411480" y="2560320"/>
            <a:ext cx="2423160" cy="1005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21208" y="285292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521208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39" name="Text 237"/>
          <p:cNvSpPr/>
          <p:nvPr/>
        </p:nvSpPr>
        <p:spPr>
          <a:xfrm>
            <a:off x="978408" y="2633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reveal animations</a:t>
            </a:r>
            <a:endParaRPr lang="en-US" sz="1050" dirty="0"/>
          </a:p>
        </p:txBody>
      </p:sp>
      <p:sp>
        <p:nvSpPr>
          <p:cNvPr id="240" name="Text 238"/>
          <p:cNvSpPr/>
          <p:nvPr/>
        </p:nvSpPr>
        <p:spPr>
          <a:xfrm>
            <a:off x="978408" y="28895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hook across all 5 pages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3017520" y="2560320"/>
            <a:ext cx="2423160" cy="1005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127248" y="285292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3127248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44" name="Text 242"/>
          <p:cNvSpPr/>
          <p:nvPr/>
        </p:nvSpPr>
        <p:spPr>
          <a:xfrm>
            <a:off x="3584448" y="2633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050" dirty="0"/>
          </a:p>
        </p:txBody>
      </p:sp>
      <p:sp>
        <p:nvSpPr>
          <p:cNvPr id="245" name="Text 243"/>
          <p:cNvSpPr/>
          <p:nvPr/>
        </p:nvSpPr>
        <p:spPr>
          <a:xfrm>
            <a:off x="3584448" y="28895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Skip-to-content, aria-labels, aria-expanded accordion</a:t>
            </a:r>
            <a:endParaRPr lang="en-US" sz="900" dirty="0"/>
          </a:p>
        </p:txBody>
      </p:sp>
      <p:sp>
        <p:nvSpPr>
          <p:cNvPr id="246" name="Shape 244"/>
          <p:cNvSpPr/>
          <p:nvPr/>
        </p:nvSpPr>
        <p:spPr>
          <a:xfrm>
            <a:off x="411480" y="3703320"/>
            <a:ext cx="2423160" cy="1005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21208" y="399592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21208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249" name="Text 247"/>
          <p:cNvSpPr/>
          <p:nvPr/>
        </p:nvSpPr>
        <p:spPr>
          <a:xfrm>
            <a:off x="978408" y="3776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optimised</a:t>
            </a:r>
            <a:endParaRPr lang="en-US" sz="1050" dirty="0"/>
          </a:p>
        </p:txBody>
      </p:sp>
      <p:sp>
        <p:nvSpPr>
          <p:cNvPr id="250" name="Text 248"/>
          <p:cNvSpPr/>
          <p:nvPr/>
        </p:nvSpPr>
        <p:spPr>
          <a:xfrm>
            <a:off x="978408" y="40325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tags, sitemap, Search Console verified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3017520" y="3703320"/>
            <a:ext cx="2423160" cy="1005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127248" y="399592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3127248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254" name="Text 252"/>
          <p:cNvSpPr/>
          <p:nvPr/>
        </p:nvSpPr>
        <p:spPr>
          <a:xfrm>
            <a:off x="3584448" y="3776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optimised</a:t>
            </a:r>
            <a:endParaRPr lang="en-US" sz="1050" dirty="0"/>
          </a:p>
        </p:txBody>
      </p:sp>
      <p:sp>
        <p:nvSpPr>
          <p:cNvPr id="255" name="Text 253"/>
          <p:cNvSpPr/>
          <p:nvPr/>
        </p:nvSpPr>
        <p:spPr>
          <a:xfrm>
            <a:off x="3584448" y="40325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vite-plugin-image-optimizer — 68% size reduction</a:t>
            </a:r>
            <a:endParaRPr lang="en-US" sz="900" dirty="0"/>
          </a:p>
        </p:txBody>
      </p:sp>
      <p:sp>
        <p:nvSpPr>
          <p:cNvPr id="256" name="Shape 254"/>
          <p:cNvSpPr/>
          <p:nvPr/>
        </p:nvSpPr>
        <p:spPr>
          <a:xfrm>
            <a:off x="5897880" y="411480"/>
            <a:ext cx="2834640" cy="4434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897880" y="411480"/>
            <a:ext cx="54864" cy="44348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6035040" y="548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900" dirty="0"/>
          </a:p>
        </p:txBody>
      </p:sp>
      <p:sp>
        <p:nvSpPr>
          <p:cNvPr id="259" name="Text 257"/>
          <p:cNvSpPr/>
          <p:nvPr/>
        </p:nvSpPr>
        <p:spPr>
          <a:xfrm>
            <a:off x="6035040" y="9144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260" name="Text 258"/>
          <p:cNvSpPr/>
          <p:nvPr/>
        </p:nvSpPr>
        <p:spPr>
          <a:xfrm>
            <a:off x="7059168" y="914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261" name="Text 259"/>
          <p:cNvSpPr/>
          <p:nvPr/>
        </p:nvSpPr>
        <p:spPr>
          <a:xfrm>
            <a:off x="6035040" y="11612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CTA, tech badges</a:t>
            </a:r>
            <a:endParaRPr lang="en-US" sz="900" dirty="0"/>
          </a:p>
        </p:txBody>
      </p:sp>
      <p:sp>
        <p:nvSpPr>
          <p:cNvPr id="262" name="Shape 260"/>
          <p:cNvSpPr/>
          <p:nvPr/>
        </p:nvSpPr>
        <p:spPr>
          <a:xfrm>
            <a:off x="6035040" y="1463040"/>
            <a:ext cx="2560320" cy="9144"/>
          </a:xfrm>
          <a:prstGeom prst="rect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035040" y="16276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/projects</a:t>
            </a:r>
            <a:endParaRPr lang="en-US" sz="900" dirty="0"/>
          </a:p>
        </p:txBody>
      </p:sp>
      <p:sp>
        <p:nvSpPr>
          <p:cNvPr id="264" name="Text 262"/>
          <p:cNvSpPr/>
          <p:nvPr/>
        </p:nvSpPr>
        <p:spPr>
          <a:xfrm>
            <a:off x="7059168" y="162763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265" name="Text 263"/>
          <p:cNvSpPr/>
          <p:nvPr/>
        </p:nvSpPr>
        <p:spPr>
          <a:xfrm>
            <a:off x="6035040" y="1874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 card grid, live links</a:t>
            </a:r>
            <a:endParaRPr lang="en-US" sz="900" dirty="0"/>
          </a:p>
        </p:txBody>
      </p:sp>
      <p:sp>
        <p:nvSpPr>
          <p:cNvPr id="266" name="Shape 264"/>
          <p:cNvSpPr/>
          <p:nvPr/>
        </p:nvSpPr>
        <p:spPr>
          <a:xfrm>
            <a:off x="6035040" y="2176272"/>
            <a:ext cx="2560320" cy="9144"/>
          </a:xfrm>
          <a:prstGeom prst="rect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035040" y="23408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900" dirty="0"/>
          </a:p>
        </p:txBody>
      </p:sp>
      <p:sp>
        <p:nvSpPr>
          <p:cNvPr id="268" name="Text 266"/>
          <p:cNvSpPr/>
          <p:nvPr/>
        </p:nvSpPr>
        <p:spPr>
          <a:xfrm>
            <a:off x="7059168" y="2340864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50" dirty="0"/>
          </a:p>
        </p:txBody>
      </p:sp>
      <p:sp>
        <p:nvSpPr>
          <p:cNvPr id="269" name="Text 267"/>
          <p:cNvSpPr/>
          <p:nvPr/>
        </p:nvSpPr>
        <p:spPr>
          <a:xfrm>
            <a:off x="6035040" y="2587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skills, journey timeline</a:t>
            </a:r>
            <a:endParaRPr lang="en-US" sz="900" dirty="0"/>
          </a:p>
        </p:txBody>
      </p:sp>
      <p:sp>
        <p:nvSpPr>
          <p:cNvPr id="270" name="Shape 268"/>
          <p:cNvSpPr/>
          <p:nvPr/>
        </p:nvSpPr>
        <p:spPr>
          <a:xfrm>
            <a:off x="6035040" y="2889504"/>
            <a:ext cx="2560320" cy="9144"/>
          </a:xfrm>
          <a:prstGeom prst="rect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035040" y="30540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/outcomes</a:t>
            </a:r>
            <a:endParaRPr lang="en-US" sz="900" dirty="0"/>
          </a:p>
        </p:txBody>
      </p:sp>
      <p:sp>
        <p:nvSpPr>
          <p:cNvPr id="272" name="Text 270"/>
          <p:cNvSpPr/>
          <p:nvPr/>
        </p:nvSpPr>
        <p:spPr>
          <a:xfrm>
            <a:off x="7059168" y="305409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050" dirty="0"/>
          </a:p>
        </p:txBody>
      </p:sp>
      <p:sp>
        <p:nvSpPr>
          <p:cNvPr id="273" name="Text 271"/>
          <p:cNvSpPr/>
          <p:nvPr/>
        </p:nvSpPr>
        <p:spPr>
          <a:xfrm>
            <a:off x="6035040" y="33009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LO1-LO5 accordion</a:t>
            </a:r>
            <a:endParaRPr lang="en-US" sz="900" dirty="0"/>
          </a:p>
        </p:txBody>
      </p:sp>
      <p:sp>
        <p:nvSpPr>
          <p:cNvPr id="274" name="Shape 272"/>
          <p:cNvSpPr/>
          <p:nvPr/>
        </p:nvSpPr>
        <p:spPr>
          <a:xfrm>
            <a:off x="6035040" y="3602736"/>
            <a:ext cx="2560320" cy="9144"/>
          </a:xfrm>
          <a:prstGeom prst="rect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6035040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/contact</a:t>
            </a:r>
            <a:endParaRPr lang="en-US" sz="900" dirty="0"/>
          </a:p>
        </p:txBody>
      </p:sp>
      <p:sp>
        <p:nvSpPr>
          <p:cNvPr id="276" name="Text 274"/>
          <p:cNvSpPr/>
          <p:nvPr/>
        </p:nvSpPr>
        <p:spPr>
          <a:xfrm>
            <a:off x="7059168" y="376732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277" name="Text 275"/>
          <p:cNvSpPr/>
          <p:nvPr/>
        </p:nvSpPr>
        <p:spPr>
          <a:xfrm>
            <a:off x="6035040" y="40142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Formspree form + social links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 01 — FINAL MISSION</a:t>
            </a:r>
            <a:endParaRPr lang="en-US" sz="900" dirty="0"/>
          </a:p>
        </p:txBody>
      </p:sp>
      <p:sp>
        <p:nvSpPr>
          <p:cNvPr id="225" name="Text 223"/>
          <p:cNvSpPr/>
          <p:nvPr/>
        </p:nvSpPr>
        <p:spPr>
          <a:xfrm>
            <a:off x="457200" y="4114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RacketUp</a:t>
            </a:r>
            <a:endParaRPr lang="en-US" sz="4200" dirty="0"/>
          </a:p>
        </p:txBody>
      </p:sp>
      <p:sp>
        <p:nvSpPr>
          <p:cNvPr id="226" name="Text 224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Academy Management Platform</a:t>
            </a:r>
            <a:endParaRPr lang="en-US" sz="1400" dirty="0"/>
          </a:p>
        </p:txBody>
      </p:sp>
      <p:sp>
        <p:nvSpPr>
          <p:cNvPr id="227" name="Shape 225"/>
          <p:cNvSpPr/>
          <p:nvPr/>
        </p:nvSpPr>
        <p:spPr>
          <a:xfrm>
            <a:off x="457200" y="150876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57200" y="1508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229" name="Text 227"/>
          <p:cNvSpPr/>
          <p:nvPr/>
        </p:nvSpPr>
        <p:spPr>
          <a:xfrm>
            <a:off x="1298448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racketup.co.nz</a:t>
            </a:r>
            <a:endParaRPr lang="en-US" sz="1000" dirty="0"/>
          </a:p>
        </p:txBody>
      </p:sp>
      <p:sp>
        <p:nvSpPr>
          <p:cNvPr id="230" name="Text 228"/>
          <p:cNvSpPr/>
          <p:nvPr/>
        </p:nvSpPr>
        <p:spPr>
          <a:xfrm>
            <a:off x="457200" y="18745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built during Level 6 Final Mission. Worked with client Ryan (academy owner), PM Frankie, and UX partner Ain to deliver a full management platform for a real tennis academy.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457200" y="2697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457200" y="26974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233" name="Shape 231"/>
          <p:cNvSpPr/>
          <p:nvPr/>
        </p:nvSpPr>
        <p:spPr>
          <a:xfrm>
            <a:off x="1325880" y="2697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325880" y="26974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2194560" y="2697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194560" y="26974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3063240" y="2697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3063240" y="26974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</a:t>
            </a:r>
            <a:endParaRPr lang="en-US" sz="850" dirty="0"/>
          </a:p>
        </p:txBody>
      </p:sp>
      <p:sp>
        <p:nvSpPr>
          <p:cNvPr id="239" name="Shape 237"/>
          <p:cNvSpPr/>
          <p:nvPr/>
        </p:nvSpPr>
        <p:spPr>
          <a:xfrm>
            <a:off x="3931920" y="2697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3931920" y="26974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241" name="Shape 239"/>
          <p:cNvSpPr/>
          <p:nvPr/>
        </p:nvSpPr>
        <p:spPr>
          <a:xfrm>
            <a:off x="4800600" y="2697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800600" y="269748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850" dirty="0"/>
          </a:p>
        </p:txBody>
      </p:sp>
      <p:sp>
        <p:nvSpPr>
          <p:cNvPr id="243" name="Shape 241"/>
          <p:cNvSpPr/>
          <p:nvPr/>
        </p:nvSpPr>
        <p:spPr>
          <a:xfrm>
            <a:off x="5760720" y="411480"/>
            <a:ext cx="2971800" cy="4434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760720" y="411480"/>
            <a:ext cx="54864" cy="44348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943600" y="548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246" name="Text 244"/>
          <p:cNvSpPr/>
          <p:nvPr/>
        </p:nvSpPr>
        <p:spPr>
          <a:xfrm>
            <a:off x="594360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scheduling system</a:t>
            </a:r>
            <a:endParaRPr lang="en-US" sz="1000" dirty="0"/>
          </a:p>
        </p:txBody>
      </p:sp>
      <p:sp>
        <p:nvSpPr>
          <p:cNvPr id="247" name="Text 245"/>
          <p:cNvSpPr/>
          <p:nvPr/>
        </p:nvSpPr>
        <p:spPr>
          <a:xfrm>
            <a:off x="59436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coach management</a:t>
            </a:r>
            <a:endParaRPr lang="en-US" sz="1000" dirty="0"/>
          </a:p>
        </p:txBody>
      </p:sp>
      <p:sp>
        <p:nvSpPr>
          <p:cNvPr id="248" name="Text 246"/>
          <p:cNvSpPr/>
          <p:nvPr/>
        </p:nvSpPr>
        <p:spPr>
          <a:xfrm>
            <a:off x="59436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249" name="Text 247"/>
          <p:cNvSpPr/>
          <p:nvPr/>
        </p:nvSpPr>
        <p:spPr>
          <a:xfrm>
            <a:off x="59436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250" name="Text 248"/>
          <p:cNvSpPr/>
          <p:nvPr/>
        </p:nvSpPr>
        <p:spPr>
          <a:xfrm>
            <a:off x="594360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(Express + MySQL)</a:t>
            </a:r>
            <a:endParaRPr lang="en-US" sz="1000" dirty="0"/>
          </a:p>
        </p:txBody>
      </p:sp>
      <p:sp>
        <p:nvSpPr>
          <p:cNvPr id="251" name="Text 249"/>
          <p:cNvSpPr/>
          <p:nvPr/>
        </p:nvSpPr>
        <p:spPr>
          <a:xfrm>
            <a:off x="59436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front-end with Vite</a:t>
            </a:r>
            <a:endParaRPr lang="en-US" sz="1000" dirty="0"/>
          </a:p>
        </p:txBody>
      </p:sp>
      <p:sp>
        <p:nvSpPr>
          <p:cNvPr id="252" name="Text 250"/>
          <p:cNvSpPr/>
          <p:nvPr/>
        </p:nvSpPr>
        <p:spPr>
          <a:xfrm>
            <a:off x="59436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</a:t>
            </a:r>
            <a:endParaRPr lang="en-US" sz="1000" dirty="0"/>
          </a:p>
        </p:txBody>
      </p:sp>
      <p:sp>
        <p:nvSpPr>
          <p:cNvPr id="253" name="Shape 251"/>
          <p:cNvSpPr/>
          <p:nvPr/>
        </p:nvSpPr>
        <p:spPr>
          <a:xfrm>
            <a:off x="457200" y="3108960"/>
            <a:ext cx="5120640" cy="16916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57200" y="3108960"/>
            <a:ext cx="54864" cy="16916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40080" y="3200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ROLE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640080" y="3438144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— built back-end API, database schema, and front-end features. Collaborated in an agile team with a PM and UX partner. Currently in week 7 of 10.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 02 — PERSONAL CLIENT</a:t>
            </a:r>
            <a:endParaRPr lang="en-US" sz="900" dirty="0"/>
          </a:p>
        </p:txBody>
      </p:sp>
      <p:sp>
        <p:nvSpPr>
          <p:cNvPr id="225" name="Text 223"/>
          <p:cNvSpPr/>
          <p:nvPr/>
        </p:nvSpPr>
        <p:spPr>
          <a:xfrm>
            <a:off x="457200" y="4114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Little Leashes</a:t>
            </a:r>
            <a:endParaRPr lang="en-US" sz="3800" dirty="0"/>
          </a:p>
        </p:txBody>
      </p:sp>
      <p:sp>
        <p:nvSpPr>
          <p:cNvPr id="226" name="Text 224"/>
          <p:cNvSpPr/>
          <p:nvPr/>
        </p:nvSpPr>
        <p:spPr>
          <a:xfrm>
            <a:off x="457200" y="11155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Walking Business Platform — Built for Client Meihana, Rotorua</a:t>
            </a:r>
            <a:endParaRPr lang="en-US" sz="1250" dirty="0"/>
          </a:p>
        </p:txBody>
      </p:sp>
      <p:sp>
        <p:nvSpPr>
          <p:cNvPr id="227" name="Shape 225"/>
          <p:cNvSpPr/>
          <p:nvPr/>
        </p:nvSpPr>
        <p:spPr>
          <a:xfrm>
            <a:off x="457200" y="14813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57200" y="14813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1463040" y="14813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463040" y="14813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850" dirty="0"/>
          </a:p>
        </p:txBody>
      </p:sp>
      <p:sp>
        <p:nvSpPr>
          <p:cNvPr id="231" name="Text 229"/>
          <p:cNvSpPr/>
          <p:nvPr/>
        </p:nvSpPr>
        <p:spPr>
          <a:xfrm>
            <a:off x="2487168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2littleleashes.co.nz</a:t>
            </a:r>
            <a:endParaRPr lang="en-US" sz="1000" dirty="0"/>
          </a:p>
        </p:txBody>
      </p:sp>
      <p:sp>
        <p:nvSpPr>
          <p:cNvPr id="232" name="Text 230"/>
          <p:cNvSpPr/>
          <p:nvPr/>
        </p:nvSpPr>
        <p:spPr>
          <a:xfrm>
            <a:off x="457200" y="18470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featured booking platform built for a real sole-trader client. From brief to deployed — a real product used by a real business.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457200" y="242316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457200" y="242316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1389888" y="242316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389888" y="242316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2322576" y="242316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322576" y="242316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239" name="Shape 237"/>
          <p:cNvSpPr/>
          <p:nvPr/>
        </p:nvSpPr>
        <p:spPr>
          <a:xfrm>
            <a:off x="3255264" y="242316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3255264" y="242316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241" name="Shape 239"/>
          <p:cNvSpPr/>
          <p:nvPr/>
        </p:nvSpPr>
        <p:spPr>
          <a:xfrm>
            <a:off x="4187952" y="242316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187952" y="242316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850" dirty="0"/>
          </a:p>
        </p:txBody>
      </p:sp>
      <p:sp>
        <p:nvSpPr>
          <p:cNvPr id="243" name="Shape 241"/>
          <p:cNvSpPr/>
          <p:nvPr/>
        </p:nvSpPr>
        <p:spPr>
          <a:xfrm>
            <a:off x="5760720" y="411480"/>
            <a:ext cx="2971800" cy="4434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760720" y="411480"/>
            <a:ext cx="54864" cy="44348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943600" y="548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246" name="Text 244"/>
          <p:cNvSpPr/>
          <p:nvPr/>
        </p:nvSpPr>
        <p:spPr>
          <a:xfrm>
            <a:off x="594360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system</a:t>
            </a:r>
            <a:endParaRPr lang="en-US" sz="1000" dirty="0"/>
          </a:p>
        </p:txBody>
      </p:sp>
      <p:sp>
        <p:nvSpPr>
          <p:cNvPr id="247" name="Text 245"/>
          <p:cNvSpPr/>
          <p:nvPr/>
        </p:nvSpPr>
        <p:spPr>
          <a:xfrm>
            <a:off x="59436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248" name="Text 246"/>
          <p:cNvSpPr/>
          <p:nvPr/>
        </p:nvSpPr>
        <p:spPr>
          <a:xfrm>
            <a:off x="59436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+ photo approval workflow</a:t>
            </a:r>
            <a:endParaRPr lang="en-US" sz="1000" dirty="0"/>
          </a:p>
        </p:txBody>
      </p:sp>
      <p:sp>
        <p:nvSpPr>
          <p:cNvPr id="249" name="Text 247"/>
          <p:cNvSpPr/>
          <p:nvPr/>
        </p:nvSpPr>
        <p:spPr>
          <a:xfrm>
            <a:off x="59436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email notifications</a:t>
            </a:r>
            <a:endParaRPr lang="en-US" sz="1000" dirty="0"/>
          </a:p>
        </p:txBody>
      </p:sp>
      <p:sp>
        <p:nvSpPr>
          <p:cNvPr id="250" name="Text 248"/>
          <p:cNvSpPr/>
          <p:nvPr/>
        </p:nvSpPr>
        <p:spPr>
          <a:xfrm>
            <a:off x="594360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 + admin via Supabase)</a:t>
            </a:r>
            <a:endParaRPr lang="en-US" sz="1000" dirty="0"/>
          </a:p>
        </p:txBody>
      </p:sp>
      <p:sp>
        <p:nvSpPr>
          <p:cNvPr id="251" name="Text 249"/>
          <p:cNvSpPr/>
          <p:nvPr/>
        </p:nvSpPr>
        <p:spPr>
          <a:xfrm>
            <a:off x="59436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&amp; database</a:t>
            </a:r>
            <a:endParaRPr lang="en-US" sz="1000" dirty="0"/>
          </a:p>
        </p:txBody>
      </p:sp>
      <p:sp>
        <p:nvSpPr>
          <p:cNvPr id="252" name="Text 250"/>
          <p:cNvSpPr/>
          <p:nvPr/>
        </p:nvSpPr>
        <p:spPr>
          <a:xfrm>
            <a:off x="59436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</a:t>
            </a:r>
            <a:endParaRPr lang="en-US" sz="1000" dirty="0"/>
          </a:p>
        </p:txBody>
      </p:sp>
      <p:sp>
        <p:nvSpPr>
          <p:cNvPr id="253" name="Shape 251"/>
          <p:cNvSpPr/>
          <p:nvPr/>
        </p:nvSpPr>
        <p:spPr>
          <a:xfrm>
            <a:off x="457200" y="2788920"/>
            <a:ext cx="5120640" cy="201168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57200" y="2788920"/>
            <a:ext cx="54864" cy="20116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40080" y="28803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DEMONSTRATES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640080" y="3127248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communication, requirements gathering, full-stack delivery from scratch. Managing real expectations, real deadlines, and a product that a business depends on every day.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 03 — TEAM PROJECT</a:t>
            </a:r>
            <a:endParaRPr lang="en-US" sz="900" dirty="0"/>
          </a:p>
        </p:txBody>
      </p:sp>
      <p:sp>
        <p:nvSpPr>
          <p:cNvPr id="225" name="Text 223"/>
          <p:cNvSpPr/>
          <p:nvPr/>
        </p:nvSpPr>
        <p:spPr>
          <a:xfrm>
            <a:off x="457200" y="4114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Zina App</a:t>
            </a:r>
            <a:endParaRPr lang="en-US" sz="4200" dirty="0"/>
          </a:p>
        </p:txBody>
      </p:sp>
      <p:sp>
        <p:nvSpPr>
          <p:cNvPr id="226" name="Text 224"/>
          <p:cNvSpPr/>
          <p:nvPr/>
        </p:nvSpPr>
        <p:spPr>
          <a:xfrm>
            <a:off x="457200" y="10972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Road Trip Planner — Built for Z Energy</a:t>
            </a:r>
            <a:endParaRPr lang="en-US" sz="1300" dirty="0"/>
          </a:p>
        </p:txBody>
      </p:sp>
      <p:sp>
        <p:nvSpPr>
          <p:cNvPr id="227" name="Shape 225"/>
          <p:cNvSpPr/>
          <p:nvPr/>
        </p:nvSpPr>
        <p:spPr>
          <a:xfrm>
            <a:off x="457200" y="148132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57200" y="1481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50" dirty="0"/>
          </a:p>
        </p:txBody>
      </p:sp>
      <p:sp>
        <p:nvSpPr>
          <p:cNvPr id="229" name="Text 227"/>
          <p:cNvSpPr/>
          <p:nvPr/>
        </p:nvSpPr>
        <p:spPr>
          <a:xfrm>
            <a:off x="457200" y="184708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built for a real client brief from Z Energy. An AI-powered road trip planning app that uses Google Maps + Gemini API to generate personalised routes and stops.</a:t>
            </a:r>
            <a:endParaRPr lang="en-US" sz="1100" dirty="0"/>
          </a:p>
        </p:txBody>
      </p:sp>
      <p:sp>
        <p:nvSpPr>
          <p:cNvPr id="230" name="Shape 228"/>
          <p:cNvSpPr/>
          <p:nvPr/>
        </p:nvSpPr>
        <p:spPr>
          <a:xfrm>
            <a:off x="457200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457200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1225296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225296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1993392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1993392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2761488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2761488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3529584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3529584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4297680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297680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5065776" y="2606040"/>
            <a:ext cx="731520" cy="246888"/>
          </a:xfrm>
          <a:prstGeom prst="roundRect">
            <a:avLst>
              <a:gd name="adj" fmla="val 22222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5065776" y="260604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457200" y="2971800"/>
            <a:ext cx="5120640" cy="187452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57200" y="2971800"/>
            <a:ext cx="54864" cy="18745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640080" y="30632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CONTRIBUTIONS</a:t>
            </a:r>
            <a:endParaRPr lang="en-US" sz="800" dirty="0"/>
          </a:p>
        </p:txBody>
      </p:sp>
      <p:sp>
        <p:nvSpPr>
          <p:cNvPr id="247" name="Text 245"/>
          <p:cNvSpPr/>
          <p:nvPr/>
        </p:nvSpPr>
        <p:spPr>
          <a:xfrm>
            <a:off x="640080" y="3310128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ChatPage and BriefFormPage. Integrated voice input and Gemini AI responses. Wrote 28 Jest unit tests. Delivered Show &amp; Tell April 2026.</a:t>
            </a:r>
            <a:endParaRPr lang="en-US" sz="1050" dirty="0"/>
          </a:p>
        </p:txBody>
      </p:sp>
      <p:sp>
        <p:nvSpPr>
          <p:cNvPr id="248" name="Shape 246"/>
          <p:cNvSpPr/>
          <p:nvPr/>
        </p:nvSpPr>
        <p:spPr>
          <a:xfrm>
            <a:off x="5760720" y="411480"/>
            <a:ext cx="2971800" cy="4434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760720" y="411480"/>
            <a:ext cx="54864" cy="44348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5943600" y="548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251" name="Text 249"/>
          <p:cNvSpPr/>
          <p:nvPr/>
        </p:nvSpPr>
        <p:spPr>
          <a:xfrm>
            <a:off x="594360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itinerary generation</a:t>
            </a:r>
            <a:endParaRPr lang="en-US" sz="1000" dirty="0"/>
          </a:p>
        </p:txBody>
      </p:sp>
      <p:sp>
        <p:nvSpPr>
          <p:cNvPr id="252" name="Text 250"/>
          <p:cNvSpPr/>
          <p:nvPr/>
        </p:nvSpPr>
        <p:spPr>
          <a:xfrm>
            <a:off x="59436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integration</a:t>
            </a:r>
            <a:endParaRPr lang="en-US" sz="1000" dirty="0"/>
          </a:p>
        </p:txBody>
      </p:sp>
      <p:sp>
        <p:nvSpPr>
          <p:cNvPr id="253" name="Text 251"/>
          <p:cNvSpPr/>
          <p:nvPr/>
        </p:nvSpPr>
        <p:spPr>
          <a:xfrm>
            <a:off x="59436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route display</a:t>
            </a:r>
            <a:endParaRPr lang="en-US" sz="1000" dirty="0"/>
          </a:p>
        </p:txBody>
      </p:sp>
      <p:sp>
        <p:nvSpPr>
          <p:cNvPr id="254" name="Text 252"/>
          <p:cNvSpPr/>
          <p:nvPr/>
        </p:nvSpPr>
        <p:spPr>
          <a:xfrm>
            <a:off x="59436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UI (ChatPage)</a:t>
            </a:r>
            <a:endParaRPr lang="en-US" sz="1000" dirty="0"/>
          </a:p>
        </p:txBody>
      </p:sp>
      <p:sp>
        <p:nvSpPr>
          <p:cNvPr id="255" name="Text 253"/>
          <p:cNvSpPr/>
          <p:nvPr/>
        </p:nvSpPr>
        <p:spPr>
          <a:xfrm>
            <a:off x="594360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brief form</a:t>
            </a:r>
            <a:endParaRPr lang="en-US" sz="1000" dirty="0"/>
          </a:p>
        </p:txBody>
      </p:sp>
      <p:sp>
        <p:nvSpPr>
          <p:cNvPr id="256" name="Text 254"/>
          <p:cNvSpPr/>
          <p:nvPr/>
        </p:nvSpPr>
        <p:spPr>
          <a:xfrm>
            <a:off x="59436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Jest unit tests</a:t>
            </a:r>
            <a:endParaRPr lang="en-US" sz="1000" dirty="0"/>
          </a:p>
        </p:txBody>
      </p:sp>
      <p:sp>
        <p:nvSpPr>
          <p:cNvPr id="257" name="Text 255"/>
          <p:cNvSpPr/>
          <p:nvPr/>
        </p:nvSpPr>
        <p:spPr>
          <a:xfrm>
            <a:off x="59436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</a:t>
            </a:r>
            <a:pPr indent="0" marL="0">
              <a:buNone/>
            </a:pPr>
            <a:r>
              <a:rPr lang="en-US" sz="10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 delivered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 04 — COMMUNITY</a:t>
            </a:r>
            <a:endParaRPr lang="en-US" sz="900" dirty="0"/>
          </a:p>
        </p:txBody>
      </p:sp>
      <p:sp>
        <p:nvSpPr>
          <p:cNvPr id="225" name="Text 223"/>
          <p:cNvSpPr/>
          <p:nvPr/>
        </p:nvSpPr>
        <p:spPr>
          <a:xfrm>
            <a:off x="457200" y="4114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Jerrican Trust</a:t>
            </a:r>
            <a:endParaRPr lang="en-US" sz="4200" dirty="0"/>
          </a:p>
        </p:txBody>
      </p:sp>
      <p:sp>
        <p:nvSpPr>
          <p:cNvPr id="226" name="Text 224"/>
          <p:cNvSpPr/>
          <p:nvPr/>
        </p:nvSpPr>
        <p:spPr>
          <a:xfrm>
            <a:off x="457200" y="10972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 for the Jerrican Trust</a:t>
            </a:r>
            <a:endParaRPr lang="en-US" sz="1300" dirty="0"/>
          </a:p>
        </p:txBody>
      </p:sp>
      <p:sp>
        <p:nvSpPr>
          <p:cNvPr id="227" name="Shape 225"/>
          <p:cNvSpPr/>
          <p:nvPr/>
        </p:nvSpPr>
        <p:spPr>
          <a:xfrm>
            <a:off x="457200" y="14813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1C1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457200" y="14813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1463040" y="148132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1C1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463040" y="14813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850" dirty="0"/>
          </a:p>
        </p:txBody>
      </p:sp>
      <p:sp>
        <p:nvSpPr>
          <p:cNvPr id="231" name="Text 229"/>
          <p:cNvSpPr/>
          <p:nvPr/>
        </p:nvSpPr>
        <p:spPr>
          <a:xfrm>
            <a:off x="2487168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jerrican-trust.vercel.app</a:t>
            </a:r>
            <a:endParaRPr lang="en-US" sz="1000" dirty="0"/>
          </a:p>
        </p:txBody>
      </p:sp>
      <p:sp>
        <p:nvSpPr>
          <p:cNvPr id="232" name="Text 230"/>
          <p:cNvSpPr/>
          <p:nvPr/>
        </p:nvSpPr>
        <p:spPr>
          <a:xfrm>
            <a:off x="457200" y="187452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built for the Jerrican Trust — a purpose-driven project that reflects the kind of work I want to do: technology that serves communities, not just commerce.</a:t>
            </a:r>
            <a:endParaRPr lang="en-US" sz="1100" dirty="0"/>
          </a:p>
        </p:txBody>
      </p:sp>
      <p:sp>
        <p:nvSpPr>
          <p:cNvPr id="233" name="Shape 231"/>
          <p:cNvSpPr/>
          <p:nvPr/>
        </p:nvSpPr>
        <p:spPr>
          <a:xfrm>
            <a:off x="457200" y="260604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1C1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457200" y="260604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1389888" y="260604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1C1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389888" y="260604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2322576" y="260604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1C10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322576" y="260604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850" dirty="0"/>
          </a:p>
        </p:txBody>
      </p:sp>
      <p:sp>
        <p:nvSpPr>
          <p:cNvPr id="239" name="Shape 237"/>
          <p:cNvSpPr/>
          <p:nvPr/>
        </p:nvSpPr>
        <p:spPr>
          <a:xfrm>
            <a:off x="457200" y="2971800"/>
            <a:ext cx="5120640" cy="187452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57200" y="2971800"/>
            <a:ext cx="54864" cy="18745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4008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242" name="Text 240"/>
          <p:cNvSpPr/>
          <p:nvPr/>
        </p:nvSpPr>
        <p:spPr>
          <a:xfrm>
            <a:off x="640080" y="3310128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represents the core of why I moved into tech. Building platforms that centre Maori and community wellbeing is what I'm working toward — this was a step in that direction.</a:t>
            </a:r>
            <a:endParaRPr lang="en-US" sz="1050" dirty="0"/>
          </a:p>
        </p:txBody>
      </p:sp>
      <p:sp>
        <p:nvSpPr>
          <p:cNvPr id="243" name="Shape 241"/>
          <p:cNvSpPr/>
          <p:nvPr/>
        </p:nvSpPr>
        <p:spPr>
          <a:xfrm>
            <a:off x="5760720" y="411480"/>
            <a:ext cx="2971800" cy="44348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760720" y="411480"/>
            <a:ext cx="54864" cy="44348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943600" y="548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4 PROJECTS</a:t>
            </a:r>
            <a:endParaRPr lang="en-US" sz="900" dirty="0"/>
          </a:p>
        </p:txBody>
      </p:sp>
      <p:sp>
        <p:nvSpPr>
          <p:cNvPr id="246" name="Shape 244"/>
          <p:cNvSpPr/>
          <p:nvPr/>
        </p:nvSpPr>
        <p:spPr>
          <a:xfrm>
            <a:off x="5943600" y="960120"/>
            <a:ext cx="54864" cy="6858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126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RacketUp</a:t>
            </a:r>
            <a:endParaRPr lang="en-US" sz="1100" dirty="0"/>
          </a:p>
        </p:txBody>
      </p:sp>
      <p:sp>
        <p:nvSpPr>
          <p:cNvPr id="248" name="Text 246"/>
          <p:cNvSpPr/>
          <p:nvPr/>
        </p:nvSpPr>
        <p:spPr>
          <a:xfrm>
            <a:off x="6126480" y="1234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7498080" y="12344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7498080" y="1234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5943600" y="182880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61264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Little Leashes</a:t>
            </a:r>
            <a:endParaRPr lang="en-US" sz="1100" dirty="0"/>
          </a:p>
        </p:txBody>
      </p:sp>
      <p:sp>
        <p:nvSpPr>
          <p:cNvPr id="253" name="Text 251"/>
          <p:cNvSpPr/>
          <p:nvPr/>
        </p:nvSpPr>
        <p:spPr>
          <a:xfrm>
            <a:off x="6126480" y="21031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</a:t>
            </a:r>
            <a:endParaRPr lang="en-US" sz="900" dirty="0"/>
          </a:p>
        </p:txBody>
      </p:sp>
      <p:sp>
        <p:nvSpPr>
          <p:cNvPr id="254" name="Shape 252"/>
          <p:cNvSpPr/>
          <p:nvPr/>
        </p:nvSpPr>
        <p:spPr>
          <a:xfrm>
            <a:off x="7498080" y="210312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D4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7498080" y="21031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00" dirty="0"/>
          </a:p>
        </p:txBody>
      </p:sp>
      <p:sp>
        <p:nvSpPr>
          <p:cNvPr id="256" name="Shape 254"/>
          <p:cNvSpPr/>
          <p:nvPr/>
        </p:nvSpPr>
        <p:spPr>
          <a:xfrm>
            <a:off x="5943600" y="2697480"/>
            <a:ext cx="54864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12648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Zina App</a:t>
            </a:r>
            <a:endParaRPr lang="en-US" sz="1100" dirty="0"/>
          </a:p>
        </p:txBody>
      </p:sp>
      <p:sp>
        <p:nvSpPr>
          <p:cNvPr id="258" name="Text 256"/>
          <p:cNvSpPr/>
          <p:nvPr/>
        </p:nvSpPr>
        <p:spPr>
          <a:xfrm>
            <a:off x="6126480" y="29718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Z Energy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7498080" y="297180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D4A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7498080" y="297180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5943600" y="3566160"/>
            <a:ext cx="54864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612648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Jerrican Trust</a:t>
            </a:r>
            <a:endParaRPr lang="en-US" sz="1100" dirty="0"/>
          </a:p>
        </p:txBody>
      </p:sp>
      <p:sp>
        <p:nvSpPr>
          <p:cNvPr id="263" name="Text 261"/>
          <p:cNvSpPr/>
          <p:nvPr/>
        </p:nvSpPr>
        <p:spPr>
          <a:xfrm>
            <a:off x="6126480" y="38404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00" dirty="0"/>
          </a:p>
        </p:txBody>
      </p:sp>
      <p:sp>
        <p:nvSpPr>
          <p:cNvPr id="264" name="Shape 262"/>
          <p:cNvSpPr/>
          <p:nvPr/>
        </p:nvSpPr>
        <p:spPr>
          <a:xfrm>
            <a:off x="7498080" y="384048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0D4A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7498080" y="3840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A17"/>
          </a:solidFill>
          <a:ln w="12700">
            <a:solidFill>
              <a:srgbClr val="0B1A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3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63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20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20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0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77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34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34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34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34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4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34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91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91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91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91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91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91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91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49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49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749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749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49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06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06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06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06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06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06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06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06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06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63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63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63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63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63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63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663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20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0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120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120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120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0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120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20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120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7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77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77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77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77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77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77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577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77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035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35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35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5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35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492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492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92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92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92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92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9494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494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9494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9494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494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494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9494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9494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494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9494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9494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066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066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066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066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4066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8638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638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8638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638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638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638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638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8638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3210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210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3210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210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3210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3210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3210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3210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3210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778240" y="91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778240" y="548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778240" y="1005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778240" y="1463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778240" y="1920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778240" y="2377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78240" y="28346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78240" y="37490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778240" y="42062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778240" y="4663440"/>
            <a:ext cx="36576" cy="36576"/>
          </a:xfrm>
          <a:prstGeom prst="ellipse">
            <a:avLst/>
          </a:prstGeom>
          <a:solidFill>
            <a:srgbClr val="1A3328"/>
          </a:solidFill>
          <a:ln w="12700">
            <a:solidFill>
              <a:srgbClr val="1A332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-1828800" y="-457200"/>
            <a:ext cx="4572000" cy="4572000"/>
          </a:xfrm>
          <a:prstGeom prst="ellipse">
            <a:avLst/>
          </a:prstGeom>
          <a:solidFill>
            <a:srgbClr val="0D4A2A">
              <a:alpha val="65000"/>
            </a:srgbClr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D4A2A">
              <a:alpha val="55000"/>
            </a:srgbClr>
          </a:solidFill>
          <a:ln w="12700">
            <a:solidFill>
              <a:srgbClr val="0D4A2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 *  Node.js  *  Supabase  *  Tailwind CSS  *  Trades to Tech  *  From the Bush to the Browser  *  Full Stack Developer</a:t>
            </a:r>
            <a:endParaRPr lang="en-US" sz="700" dirty="0"/>
          </a:p>
        </p:txBody>
      </p:sp>
      <p:sp>
        <p:nvSpPr>
          <p:cNvPr id="227" name="Text 225"/>
          <p:cNvSpPr/>
          <p:nvPr/>
        </p:nvSpPr>
        <p:spPr>
          <a:xfrm>
            <a:off x="91440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Nga mihi!</a:t>
            </a:r>
            <a:endParaRPr lang="en-US" sz="1300" dirty="0"/>
          </a:p>
        </p:txBody>
      </p:sp>
      <p:sp>
        <p:nvSpPr>
          <p:cNvPr id="228" name="Text 226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Turei </a:t>
            </a:r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Milner</a:t>
            </a:r>
            <a:endParaRPr lang="en-US" sz="5200" dirty="0"/>
          </a:p>
        </p:txBody>
      </p:sp>
      <p:sp>
        <p:nvSpPr>
          <p:cNvPr id="229" name="Text 227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 ·  Auckland, NZ</a:t>
            </a:r>
            <a:endParaRPr lang="en-US" sz="1400" dirty="0"/>
          </a:p>
        </p:txBody>
      </p:sp>
      <p:sp>
        <p:nvSpPr>
          <p:cNvPr id="230" name="Shape 228"/>
          <p:cNvSpPr/>
          <p:nvPr/>
        </p:nvSpPr>
        <p:spPr>
          <a:xfrm>
            <a:off x="731520" y="2194560"/>
            <a:ext cx="1783080" cy="7772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22960" y="230428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82296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600" dirty="0"/>
          </a:p>
        </p:txBody>
      </p:sp>
      <p:sp>
        <p:nvSpPr>
          <p:cNvPr id="233" name="Text 231"/>
          <p:cNvSpPr/>
          <p:nvPr/>
        </p:nvSpPr>
        <p:spPr>
          <a:xfrm>
            <a:off x="1225296" y="2231136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turei.dev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2697480" y="2194560"/>
            <a:ext cx="1783080" cy="7772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788920" y="230428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78892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600" dirty="0"/>
          </a:p>
        </p:txBody>
      </p:sp>
      <p:sp>
        <p:nvSpPr>
          <p:cNvPr id="237" name="Text 235"/>
          <p:cNvSpPr/>
          <p:nvPr/>
        </p:nvSpPr>
        <p:spPr>
          <a:xfrm>
            <a:off x="3191256" y="2231136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milner.turei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4663440" y="2194560"/>
            <a:ext cx="1783080" cy="7772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754880" y="230428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475488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</a:t>
            </a:r>
            <a:endParaRPr lang="en-US" sz="600" dirty="0"/>
          </a:p>
        </p:txBody>
      </p:sp>
      <p:sp>
        <p:nvSpPr>
          <p:cNvPr id="241" name="Text 239"/>
          <p:cNvSpPr/>
          <p:nvPr/>
        </p:nvSpPr>
        <p:spPr>
          <a:xfrm>
            <a:off x="5157216" y="2231136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/Turei-hub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6629400" y="2194560"/>
            <a:ext cx="1783080" cy="7772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720840" y="2304288"/>
            <a:ext cx="347472" cy="347472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72084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600" dirty="0"/>
          </a:p>
        </p:txBody>
      </p:sp>
      <p:sp>
        <p:nvSpPr>
          <p:cNvPr id="245" name="Text 243"/>
          <p:cNvSpPr/>
          <p:nvPr/>
        </p:nvSpPr>
        <p:spPr>
          <a:xfrm>
            <a:off x="7123176" y="2231136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/in/turei-milner</a:t>
            </a:r>
            <a:endParaRPr lang="en-US" sz="800" dirty="0"/>
          </a:p>
        </p:txBody>
      </p:sp>
      <p:sp>
        <p:nvSpPr>
          <p:cNvPr id="246" name="Text 244"/>
          <p:cNvSpPr/>
          <p:nvPr/>
        </p:nvSpPr>
        <p:spPr>
          <a:xfrm>
            <a:off x="457200" y="31455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OUTCOMES COVERED</a:t>
            </a:r>
            <a:endParaRPr lang="en-US" sz="800" dirty="0"/>
          </a:p>
        </p:txBody>
      </p:sp>
      <p:sp>
        <p:nvSpPr>
          <p:cNvPr id="247" name="Shape 245"/>
          <p:cNvSpPr/>
          <p:nvPr/>
        </p:nvSpPr>
        <p:spPr>
          <a:xfrm>
            <a:off x="548640" y="3419856"/>
            <a:ext cx="1499616" cy="14630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69264" y="3493008"/>
            <a:ext cx="658368" cy="658368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969264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LO1</a:t>
            </a:r>
            <a:endParaRPr lang="en-US" sz="1300" dirty="0"/>
          </a:p>
        </p:txBody>
      </p:sp>
      <p:sp>
        <p:nvSpPr>
          <p:cNvPr id="250" name="Text 248"/>
          <p:cNvSpPr/>
          <p:nvPr/>
        </p:nvSpPr>
        <p:spPr>
          <a:xfrm>
            <a:off x="640080" y="4224528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programming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850" dirty="0"/>
          </a:p>
        </p:txBody>
      </p:sp>
      <p:sp>
        <p:nvSpPr>
          <p:cNvPr id="251" name="Shape 249"/>
          <p:cNvSpPr/>
          <p:nvPr/>
        </p:nvSpPr>
        <p:spPr>
          <a:xfrm>
            <a:off x="2231136" y="3419856"/>
            <a:ext cx="1499616" cy="14630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651760" y="3493008"/>
            <a:ext cx="658368" cy="658368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651760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LO2</a:t>
            </a:r>
            <a:endParaRPr lang="en-US" sz="1300" dirty="0"/>
          </a:p>
        </p:txBody>
      </p:sp>
      <p:sp>
        <p:nvSpPr>
          <p:cNvPr id="254" name="Text 252"/>
          <p:cNvSpPr/>
          <p:nvPr/>
        </p:nvSpPr>
        <p:spPr>
          <a:xfrm>
            <a:off x="2322576" y="4224528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</a:t>
            </a:r>
            <a:endParaRPr lang="en-US" sz="850" dirty="0"/>
          </a:p>
        </p:txBody>
      </p:sp>
      <p:sp>
        <p:nvSpPr>
          <p:cNvPr id="255" name="Shape 253"/>
          <p:cNvSpPr/>
          <p:nvPr/>
        </p:nvSpPr>
        <p:spPr>
          <a:xfrm>
            <a:off x="3913632" y="3419856"/>
            <a:ext cx="1499616" cy="14630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334256" y="3493008"/>
            <a:ext cx="658368" cy="658368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334256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LO3</a:t>
            </a:r>
            <a:endParaRPr lang="en-US" sz="1300" dirty="0"/>
          </a:p>
        </p:txBody>
      </p:sp>
      <p:sp>
        <p:nvSpPr>
          <p:cNvPr id="258" name="Text 256"/>
          <p:cNvSpPr/>
          <p:nvPr/>
        </p:nvSpPr>
        <p:spPr>
          <a:xfrm>
            <a:off x="4005072" y="4224528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teams</a:t>
            </a:r>
            <a:endParaRPr lang="en-US" sz="850" dirty="0"/>
          </a:p>
        </p:txBody>
      </p:sp>
      <p:sp>
        <p:nvSpPr>
          <p:cNvPr id="259" name="Shape 257"/>
          <p:cNvSpPr/>
          <p:nvPr/>
        </p:nvSpPr>
        <p:spPr>
          <a:xfrm>
            <a:off x="5596128" y="3419856"/>
            <a:ext cx="1499616" cy="14630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016752" y="3493008"/>
            <a:ext cx="658368" cy="658368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6016752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LO4</a:t>
            </a:r>
            <a:endParaRPr lang="en-US" sz="1300" dirty="0"/>
          </a:p>
        </p:txBody>
      </p:sp>
      <p:sp>
        <p:nvSpPr>
          <p:cNvPr id="262" name="Text 260"/>
          <p:cNvSpPr/>
          <p:nvPr/>
        </p:nvSpPr>
        <p:spPr>
          <a:xfrm>
            <a:off x="5687568" y="4224528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clients</a:t>
            </a:r>
            <a:endParaRPr lang="en-US" sz="850" dirty="0"/>
          </a:p>
        </p:txBody>
      </p:sp>
      <p:sp>
        <p:nvSpPr>
          <p:cNvPr id="263" name="Shape 261"/>
          <p:cNvSpPr/>
          <p:nvPr/>
        </p:nvSpPr>
        <p:spPr>
          <a:xfrm>
            <a:off x="7278624" y="3419856"/>
            <a:ext cx="1499616" cy="1463040"/>
          </a:xfrm>
          <a:prstGeom prst="rect">
            <a:avLst/>
          </a:prstGeom>
          <a:solidFill>
            <a:srgbClr val="0F2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699248" y="3493008"/>
            <a:ext cx="658368" cy="658368"/>
          </a:xfrm>
          <a:prstGeom prst="ellipse">
            <a:avLst/>
          </a:prstGeom>
          <a:solidFill>
            <a:srgbClr val="0D4A2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7699248" y="3493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LO5</a:t>
            </a:r>
            <a:endParaRPr lang="en-US" sz="1300" dirty="0"/>
          </a:p>
        </p:txBody>
      </p:sp>
      <p:sp>
        <p:nvSpPr>
          <p:cNvPr id="266" name="Text 264"/>
          <p:cNvSpPr/>
          <p:nvPr/>
        </p:nvSpPr>
        <p:spPr>
          <a:xfrm>
            <a:off x="7370064" y="4224528"/>
            <a:ext cx="1316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growth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Turei Milner — Full Stack Developer Portfolio</dc:title>
  <dc:subject>PptxGenJS Presentation</dc:subject>
  <dc:creator>Turei Milner</dc:creator>
  <cp:lastModifiedBy>Turei Milner</cp:lastModifiedBy>
  <cp:revision>1</cp:revision>
  <dcterms:created xsi:type="dcterms:W3CDTF">2026-06-08T03:25:07Z</dcterms:created>
  <dcterms:modified xsi:type="dcterms:W3CDTF">2026-06-08T03:25:07Z</dcterms:modified>
</cp:coreProperties>
</file>